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F9A9A4-A2E8-0977-EB5A-06574293E5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FCE0A9-0D37-E37A-1893-214FAA5A7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A49A18-CBFD-89C1-1421-4297ABCC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F070C7-A666-818E-0163-6D441E302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AC8BE3-ADDB-4026-1E11-876284144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71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73D4C-0DE5-2405-249E-67373E99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0A901-AF86-4160-C8EC-58945FD6B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EFFC7-8D37-D913-0964-8E9320EB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0C9167-3C58-8170-3C9A-E68BF9A5C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5210F1-841C-D741-BD45-EC8002E2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957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AA40E-03FB-035D-F381-933B20E7E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A562CA-068E-5EB0-AE55-429DD9ABE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A1A2D1-8216-0C0D-CC6F-7721F8601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91DC45-BBC9-9471-580E-E1D1A395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DA3580-8BB1-C08C-89A8-B239328E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65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69D14-B8A1-F536-B1B2-9AC64874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16224-B238-4546-C7FC-AF399137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20B3E-187D-62F2-678A-DBD49E98D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5C6CC-4161-A296-0631-675FDE79D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D0B72-6DDD-D3D2-613A-373AC886F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88075E-5E2D-5FA8-0134-5875DE59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9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F9FEB-A5E8-D02C-7FEF-4D0D9C111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B88A0A-BB07-42CA-D7A3-6FCCC43CE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4FF788-9F45-0172-485E-C3CA56B555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D146D1-6A21-D783-49C6-4AAEC39AD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B0615F8-462B-DC07-A9A5-E10A44D6E1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ED0CC-623F-D04C-C59C-52FF5772F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272F1D-6C4F-B537-B036-13589E0A0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F22D56-1EEC-1683-1892-691D9F28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253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B45108-E94B-9CA3-4C19-A3FBDBECB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4596AC7-3C18-9626-2E65-C1AD791E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0837E1B-3300-14CD-2C6A-2E119A2F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934B26-F81D-F75B-3EA3-5B1F47B95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57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43AA0F-6279-26A2-56BC-008FFDE26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D4D1820-D2DD-40D2-5F3D-8560F62AD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D5D790-D034-D168-8F8D-7FF850303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104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44E26F-F287-BC04-ACBC-079A5F0EA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06A3EB-B6A1-65F9-F5C2-14B8C548F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3C0464-4952-C89F-EA5A-0FC1CC18D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4A69DC-25B6-6327-7802-9203A6F01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8653552-9E40-7630-42E2-BF47CB2F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3ABD2E-4300-E93C-B158-4FF34689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862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F565F9-1C7D-30FB-3175-47914647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D1C1A3-D4B9-F899-FEDF-11685E961A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B859F6-D16C-362D-2DA7-2419CA00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5E1927-B372-9D10-BB30-A7E691D1D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7C4D6B-5557-A87F-4A28-0DBA4939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3F62DE-D81B-F805-2B38-3E6DBCA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02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5C923-3E75-1EE5-AD6B-12376C9E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4B0C0B-0EF9-F865-1D54-9C1BCD294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224994-F3E3-7CA4-5F83-CB323ACD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394F2-782F-1245-8A5A-0739CF1A4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147441-12BB-AAA4-9236-1C79EEC7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322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622D8-39AD-55B2-6F5C-669B5E076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E80623-B785-AF36-7A30-50E78CBBE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F8BEB-398B-15F5-B268-AEF5CA82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24B00C-CE66-E24B-EDDB-F06E9A45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47AE9-3BBE-6F5C-DCD2-1FBC01940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3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48379D-1896-39E4-79F9-9B6FD7A9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1F528A-3D60-8284-6992-7686259C1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88BE5-79A5-3DC4-5B59-F481F5F9AF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55DAC-747A-4486-9BAA-C77F00F0E091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BA49A-F067-0A5F-BB75-6575E0B1C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ADD7B9-E3E4-EDB9-F662-BC4EFEBDF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5AB4E7-9C2D-4F45-9CFA-C01754745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80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4266C-BFDF-924C-CCC8-B9B61C4CF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8E4476-6F9F-019E-90D3-F5E65B2D40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570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397A3-AE36-7695-3035-3DDD04334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2AE04E-1778-F608-D279-1DA6F067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44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7CD59-6EE2-F765-6613-790A4BE7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07372C-1CBC-662C-FAB3-9700C86DC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ㅁㄴㅇ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5142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c1df8f4-4bd0-47b5-a9b8-8f61fb47fe07}" enabled="1" method="Privileged" siteId="{2002127d-ecd5-424c-b995-a6f750055ec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강석영</dc:creator>
  <cp:lastModifiedBy>강석영</cp:lastModifiedBy>
  <cp:revision>1</cp:revision>
  <dcterms:created xsi:type="dcterms:W3CDTF">2026-06-02T00:16:38Z</dcterms:created>
  <dcterms:modified xsi:type="dcterms:W3CDTF">2026-06-02T00:17:20Z</dcterms:modified>
</cp:coreProperties>
</file>